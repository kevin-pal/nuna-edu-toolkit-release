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TOOLKIT  ·  AIoT LAB · CUHK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9601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E2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Nuna-Edu-Toolkit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 &amp; annotate first-person audio — and turn it into research datasets.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13232" y="2788920"/>
            <a:ext cx="7040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wearable audio streamed to your own server, sliced into 1-minute segments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pluggable ASR previews (bring your own model) speed up annotation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Annotate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event-driven block + point labels — a swappable, multi-granularity schema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pPr indent="0" marL="0">
              <a:buNone/>
            </a:pPr>
            <a:r>
              <a:rPr lang="en-US" sz="1600" dirty="0">
                <a:solidFill>
                  <a:srgbClr val="1C2B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self-hostable, privacy-first, free for non-commercial use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Anlan Peng · Ruihan Xie · Yihang Su · Zhenyu Yan · Zhiyuan Xie · Guoliang Xing    —    AIoT Lab · The Chinese University of Hong Kong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0" y="1188720"/>
            <a:ext cx="3346704" cy="4526280"/>
          </a:xfrm>
          <a:prstGeom prst="roundRect">
            <a:avLst>
              <a:gd name="adj" fmla="val 3825"/>
            </a:avLst>
          </a:prstGeom>
          <a:solidFill>
            <a:srgbClr val="F4F7FB"/>
          </a:solidFill>
          <a:ln w="12700">
            <a:solidFill>
              <a:srgbClr val="DCE5EE"/>
            </a:solidFill>
            <a:prstDash val="solid"/>
          </a:ln>
          <a:effectLst>
            <a:outerShdw sx="100000" sy="100000" kx="0" ky="0" algn="bl" rotWithShape="0" blurRad="114300" dist="38100" dir="8100000">
              <a:srgbClr val="0E284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0" y="1463040"/>
            <a:ext cx="3346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E28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 TO DOWNLOAD &amp; TRY</a:t>
            </a:r>
            <a:endParaRPr lang="en-US" sz="1300" dirty="0"/>
          </a:p>
        </p:txBody>
      </p:sp>
      <p:pic>
        <p:nvPicPr>
          <p:cNvPr id="9" name="Image 0" descr="/Users/pal/Projects/nuna-edu-toolkit-release/site/assets/qr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59952" y="1938528"/>
            <a:ext cx="2286000" cy="2286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0" y="435254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 ·  App  ·  Source — one link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462686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60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kevin-pal.github.io/nuna-edu-toolkit-release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Nuna-Edu-Toolkit</dc:title>
  <dc:subject>PptxGenJS Presentation</dc:subject>
  <dc:creator>Nuna-Edu-Toolkit</dc:creator>
  <cp:lastModifiedBy>Nuna-Edu-Toolkit</cp:lastModifiedBy>
  <cp:revision>1</cp:revision>
  <dcterms:created xsi:type="dcterms:W3CDTF">2026-06-20T08:50:28Z</dcterms:created>
  <dcterms:modified xsi:type="dcterms:W3CDTF">2026-06-20T08:50:28Z</dcterms:modified>
</cp:coreProperties>
</file>