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40E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498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Nuna-Edu-Toolkit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5330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TOOLKIT  ·  AIoT LAB · CUHK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&amp; annotate first-person audio — and turn it into research datasets.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</a:t>
            </a:r>
            <a:pPr indent="0" marL="0">
              <a:spcAft>
                <a:spcPts val="2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wearable audio streamed to your own server, sliced into 1-minute segments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pPr indent="0" marL="0">
              <a:spcAft>
                <a:spcPts val="2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pluggable ASR previews (bring your own model) speed up annotation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Annotate</a:t>
            </a:r>
            <a:pPr indent="0" marL="0">
              <a:spcAft>
                <a:spcPts val="2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event-driven block + point labels — a swappable, multi-granularity schema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self-hostable, privacy-first, free for non-commercial use</a:t>
            </a:r>
            <a:endParaRPr lang="en-US" sz="1700" dirty="0"/>
          </a:p>
        </p:txBody>
      </p:sp>
      <p:pic>
        <p:nvPicPr>
          <p:cNvPr id="7" name="Image 0" descr="/Users/pal/Projects/nuna-edu-toolkit-release/site/assets/img/aiot-lab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650992"/>
            <a:ext cx="749808" cy="749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5705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Anlan Peng · Ruihan Xie · Yihang Su · Siyang Jiang · Zhiyuan Xie · Zhenyu Yan · Guoliang Xing  —  AIoT Lab · The Chinese University of Hong Kong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89888" y="60350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 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Anlan Peng · pa025@ie.cuhk.edu.hk</a:t>
            </a:r>
            <a:pPr indent="0" marL="0">
              <a:buNone/>
            </a:pPr>
            <a:r>
              <a:rPr lang="en-US" sz="1150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aiot.ie.cuhk.edu.hk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75320" y="1481328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7EFF6"/>
          </a:solidFill>
          <a:ln w="12700">
            <a:solidFill>
              <a:srgbClr val="D9BBD5"/>
            </a:solidFill>
            <a:prstDash val="solid"/>
          </a:ln>
          <a:effectLst>
            <a:outerShdw sx="100000" sy="100000" kx="0" ky="0" algn="bl" rotWithShape="0" blurRad="114300" dist="38100" dir="8100000">
              <a:srgbClr val="740E6C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75320" y="1755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TO DOWNLOAD &amp; TRY</a:t>
            </a:r>
            <a:endParaRPr lang="en-US" sz="1400" dirty="0"/>
          </a:p>
        </p:txBody>
      </p:sp>
      <p:pic>
        <p:nvPicPr>
          <p:cNvPr id="12" name="Image 1" descr="/Users/pal/Projects/nuna-edu-toolkit-release/site/assets/qr/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231136"/>
            <a:ext cx="2194560" cy="2194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7532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 ·  App  ·  Source — one link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75320" y="4864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0E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kevin-pal.github.io/nuna-edu-toolkit-release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0" y="6565392"/>
            <a:ext cx="4063898" cy="292608"/>
          </a:xfrm>
          <a:prstGeom prst="rect">
            <a:avLst/>
          </a:prstGeom>
          <a:solidFill>
            <a:srgbClr val="570B51"/>
          </a:solidFill>
          <a:ln/>
        </p:spPr>
      </p:sp>
      <p:sp>
        <p:nvSpPr>
          <p:cNvPr id="16" name="Shape 12"/>
          <p:cNvSpPr/>
          <p:nvPr/>
        </p:nvSpPr>
        <p:spPr>
          <a:xfrm>
            <a:off x="4063898" y="6565392"/>
            <a:ext cx="4063898" cy="292608"/>
          </a:xfrm>
          <a:prstGeom prst="rect">
            <a:avLst/>
          </a:prstGeom>
          <a:solidFill>
            <a:srgbClr val="740E6C"/>
          </a:solidFill>
          <a:ln/>
        </p:spPr>
      </p:sp>
      <p:sp>
        <p:nvSpPr>
          <p:cNvPr id="17" name="Shape 13"/>
          <p:cNvSpPr/>
          <p:nvPr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rgbClr val="570B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Nuna-Edu-Toolkit</dc:title>
  <dc:subject>PptxGenJS Presentation</dc:subject>
  <dc:creator>Nuna-Edu-Toolkit</dc:creator>
  <cp:lastModifiedBy>Nuna-Edu-Toolkit</cp:lastModifiedBy>
  <cp:revision>1</cp:revision>
  <dcterms:created xsi:type="dcterms:W3CDTF">2026-06-20T18:29:34Z</dcterms:created>
  <dcterms:modified xsi:type="dcterms:W3CDTF">2026-06-20T18:29:34Z</dcterms:modified>
</cp:coreProperties>
</file>